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0b1fbc4e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0b1fbc4e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0b1fbc4e0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0b1fbc4e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0b1fbc4e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0b1fbc4e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0b1fbc4e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0b1fbc4e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0b1fbc4e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0b1fbc4e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0b1fbc4e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0b1fbc4e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0b1fbc4e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0b1fbc4e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0b1fbc4e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0b1fbc4e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0b1fbc4e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0b1fbc4e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0b1fbc4e0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0b1fbc4e0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0b1fbc4e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0b1fbc4e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0b1fbc4e0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0b1fbc4e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360800" y="1110525"/>
            <a:ext cx="5633100" cy="25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Microchips: The Tiny Giants Powering Modern Technology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91250" y="3653025"/>
            <a:ext cx="3470700" cy="6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00"/>
              <a:t>An Innovation That Changed the World</a:t>
            </a:r>
            <a:endParaRPr sz="3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00"/>
              <a:t>Presented  By:Dante Kadagi Asiko</a:t>
            </a:r>
            <a:endParaRPr sz="3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Introduction</a:t>
            </a:r>
            <a:endParaRPr b="1" sz="35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840200" y="1560250"/>
            <a:ext cx="3426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500"/>
              <a:t>Microchips, also called integrated circuits (ICs), are essential components in nearly every modern device.</a:t>
            </a:r>
            <a:endParaRPr sz="1500"/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500"/>
              <a:t>They are found in phones, computers, medical equipment, cars, and satellites.</a:t>
            </a:r>
            <a:endParaRPr sz="1500"/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500"/>
              <a:t>This presentation explores what microchips are, how they work, and their impact on the world.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42" name="Google Shape;142;p14" title="micro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875" y="1110525"/>
            <a:ext cx="3696875" cy="33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187925" y="386450"/>
            <a:ext cx="7038900" cy="914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2633">
                <a:latin typeface="Arial"/>
                <a:ea typeface="Arial"/>
                <a:cs typeface="Arial"/>
                <a:sym typeface="Arial"/>
              </a:rPr>
              <a:t>What is a Microchip?</a:t>
            </a:r>
            <a:endParaRPr b="1" sz="263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187925" y="1300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2100"/>
              <a:t>A microchip is a small semiconductor device that contains millions (or billions) of transistors.</a:t>
            </a:r>
            <a:endParaRPr sz="21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2100"/>
              <a:t>It is designed to process, store, and transmit data using electronic signals.</a:t>
            </a:r>
            <a:endParaRPr sz="21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2100"/>
              <a:t>Often made from silicon, microchips form the foundation of digital electronics.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791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Brief History of Microchips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022850" y="1567550"/>
            <a:ext cx="4296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1958: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Jack Kilby invents the first integrated circuit at Texas Instruments.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1971: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Intel 4004, the first microprocessor, is released.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2000s–Present: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Modern microchips now hold billions of transistors and power everything from smartphones to supercomputers.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16" title="micro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1250" y="1263950"/>
            <a:ext cx="3113425" cy="25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How Microchips Work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723300" y="1567550"/>
            <a:ext cx="4164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700"/>
              <a:t>Microchips contain transistors that function like tiny switches.</a:t>
            </a:r>
            <a:endParaRPr sz="17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700"/>
              <a:t>These switches control electrical signals to perform computations and logic.</a:t>
            </a:r>
            <a:endParaRPr sz="17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700"/>
              <a:t>Chips use binary data (1s and 0s) to execute instructions and store information.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Microchip Manufacturing Process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Design: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Engineers design the chip layout and logic.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Wafer Fabrication: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Pure silicon wafers are created.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Photolithography: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Light is used to transfer circuit patterns.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Etching &amp; Doping: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Layers are chemically etched and doped.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Testing: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Each chip is tested for defects.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Packaging: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Chips are enclosed for protection and connectivity.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567825" y="4156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77">
                <a:latin typeface="Arial"/>
                <a:ea typeface="Arial"/>
                <a:cs typeface="Arial"/>
                <a:sym typeface="Arial"/>
              </a:rPr>
              <a:t>Types of Microchips</a:t>
            </a:r>
            <a:endParaRPr b="1" sz="207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97500" y="1300475"/>
            <a:ext cx="41967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Microprocessors: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Control the logic in computers.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Memory Chips: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RAM, ROM, Flash for storage.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Digital Signal Processors (DSPs):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Used in audio and video devices.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ASICs: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Custom chips for specific applications.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Microcontrollers: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Embedded in everyday devices like washing machines, remotes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Applications of Microchips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●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Computing: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Laptops, desktops, servers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●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Mobile Devices: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Smartphones, tablets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●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Healthcare: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Medical imaging, pacemakers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●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Automotive: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Autonomous driving, engine control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●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Communication: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Satellites, networking equipment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●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Agritech &amp; IoT: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Smart farming tools, sensors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2522">
                <a:latin typeface="Arial"/>
                <a:ea typeface="Arial"/>
                <a:cs typeface="Arial"/>
                <a:sym typeface="Arial"/>
              </a:rPr>
              <a:t>Recent Innovations</a:t>
            </a:r>
            <a:endParaRPr b="1" sz="252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000925" y="1567550"/>
            <a:ext cx="4128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115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AI Chips: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Specialized for artificial intelligence tasks (e.g., Google TPU, NVIDIA chips)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Neuromorphic Chips: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Mimic human brain functionality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Quantum Chips: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Use quantum bits (qubits) instead of binary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3D Chip Stacking: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Increases performance using layered architecture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00">
                <a:latin typeface="Arial"/>
                <a:ea typeface="Arial"/>
                <a:cs typeface="Arial"/>
                <a:sym typeface="Arial"/>
              </a:rPr>
              <a:t>Microchips in Africa / Kenya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200"/>
              <a:t>Limited microchip fabrication capacity currently</a:t>
            </a:r>
            <a:endParaRPr sz="2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200"/>
              <a:t>High demand in mobile, fintech, and agri-tech sectors</a:t>
            </a:r>
            <a:endParaRPr sz="2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200"/>
              <a:t>STL Kenya is pioneering local chip design and fabrication</a:t>
            </a:r>
            <a:endParaRPr sz="2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200"/>
              <a:t>Potential for local job creation and technological independence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1246350" y="3864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2411">
                <a:latin typeface="Arial"/>
                <a:ea typeface="Arial"/>
                <a:cs typeface="Arial"/>
                <a:sym typeface="Arial"/>
              </a:rPr>
              <a:t>Challenges in the Microchip Industry</a:t>
            </a:r>
            <a:endParaRPr b="1" sz="24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High Cost: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 Manufacturing facilities are expensive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Global Chip Shortage: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 Supply chain disruptions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Complex Processes: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 Require highly controlled environments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●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Geopolitical Tensions: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 Affect chip supply and innovation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7488775" y="3068475"/>
            <a:ext cx="2308800" cy="262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>
                <a:latin typeface="Arial"/>
                <a:ea typeface="Arial"/>
                <a:cs typeface="Arial"/>
                <a:sym typeface="Arial"/>
              </a:rPr>
              <a:t>Future of Microchips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300"/>
              <a:t>Chips will become smaller, faster, and more energy-efficient</a:t>
            </a:r>
            <a:endParaRPr sz="23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300"/>
              <a:t>Integration into wearable tech and bio-interfaces</a:t>
            </a:r>
            <a:endParaRPr sz="23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300"/>
              <a:t>Essential for AI, robotics, and sustainability tech</a:t>
            </a:r>
            <a:endParaRPr sz="23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300"/>
              <a:t>Push for local innovation and manufacturing in Africa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000"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38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2108">
                <a:latin typeface="Arial"/>
                <a:ea typeface="Arial"/>
                <a:cs typeface="Arial"/>
                <a:sym typeface="Arial"/>
              </a:rPr>
              <a:t>Microchips have revolutionized the way we live, work, and communicate</a:t>
            </a:r>
            <a:endParaRPr sz="2108">
              <a:latin typeface="Arial"/>
              <a:ea typeface="Arial"/>
              <a:cs typeface="Arial"/>
              <a:sym typeface="Arial"/>
            </a:endParaRPr>
          </a:p>
          <a:p>
            <a:pPr indent="-3423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2108">
                <a:latin typeface="Arial"/>
                <a:ea typeface="Arial"/>
                <a:cs typeface="Arial"/>
                <a:sym typeface="Arial"/>
              </a:rPr>
              <a:t>Their role is expanding into new frontiers like AI and quantum computing</a:t>
            </a:r>
            <a:endParaRPr sz="2108">
              <a:latin typeface="Arial"/>
              <a:ea typeface="Arial"/>
              <a:cs typeface="Arial"/>
              <a:sym typeface="Arial"/>
            </a:endParaRPr>
          </a:p>
          <a:p>
            <a:pPr indent="-3423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2108">
                <a:latin typeface="Arial"/>
                <a:ea typeface="Arial"/>
                <a:cs typeface="Arial"/>
                <a:sym typeface="Arial"/>
              </a:rPr>
              <a:t>Africa has a growing opportunity to lead in innovation and chip design</a:t>
            </a:r>
            <a:endParaRPr sz="210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