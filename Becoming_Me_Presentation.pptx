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Becoming Me: The Journey of Dante Kadagi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Autobiographical Presentation</a:t>
            </a:r>
          </a:p>
          <a:p>
            <a:r>
              <a:t>July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Dedication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my parents for their love, discipline, and sacrifice</a:t>
            </a:r>
          </a:p>
          <a:p>
            <a:r>
              <a:t>To every silent child searching for their voice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1: The Beginning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Born in Eldoret, middle child in a loving family</a:t>
            </a:r>
          </a:p>
          <a:p>
            <a:r>
              <a:t>Shy, imaginative childhood shaped by faith and discipline</a:t>
            </a:r>
          </a:p>
          <a:p>
            <a:r>
              <a:t>Early dreams of becoming a pilot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Family Influence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Mother: discipline, order, excellence</a:t>
            </a:r>
          </a:p>
          <a:p>
            <a:r>
              <a:t>Father: presence, gentleness, encouragement</a:t>
            </a:r>
          </a:p>
          <a:p>
            <a:r>
              <a:t>Strong sibling bond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2: Primary &amp; Secondary School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Queen of Angels Academy – discipline and excellence</a:t>
            </a:r>
          </a:p>
          <a:p>
            <a:r>
              <a:t>KCPE score: 436/500</a:t>
            </a:r>
          </a:p>
          <a:p>
            <a:r>
              <a:t>Alliance Girls’ High School exposure and growth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Academic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Love for Mathematics, Chemistry, Geography</a:t>
            </a:r>
          </a:p>
          <a:p>
            <a:r>
              <a:t>First exposure to Computer Studies</a:t>
            </a:r>
          </a:p>
          <a:p>
            <a:r>
              <a:t>Robotics Club sparked tech curiosity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3: University Life (DeKUT)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BSc Computer Science student</a:t>
            </a:r>
          </a:p>
          <a:p>
            <a:r>
              <a:t>Transition to academic independence</a:t>
            </a:r>
          </a:p>
          <a:p>
            <a:r>
              <a:t>Love-hate relationship with theory and programming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Discovering Tech Passion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development (HTML, CSS, JavaScript)</a:t>
            </a:r>
          </a:p>
          <a:p>
            <a:r>
              <a:t>GDSC involvement</a:t>
            </a:r>
          </a:p>
          <a:p>
            <a:r>
              <a:t>UI/UX as creative expression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Flutter &amp; Real-World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development with Flutter</a:t>
            </a:r>
          </a:p>
          <a:p>
            <a:r>
              <a:t>100 Days of Flutter challenge</a:t>
            </a:r>
          </a:p>
          <a:p>
            <a:r>
              <a:t>Building solutions for small businesses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4: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Academic pressure and imposter syndrome</a:t>
            </a:r>
          </a:p>
          <a:p>
            <a:r>
              <a:t>Financial constraints</a:t>
            </a:r>
          </a:p>
          <a:p>
            <a:r>
              <a:t>Burnout and mental health awareness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5: Personal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Finding identity beyond code</a:t>
            </a:r>
          </a:p>
          <a:p>
            <a:r>
              <a:t>Leadership through service</a:t>
            </a:r>
          </a:p>
          <a:p>
            <a:r>
              <a:t>Learning boundaries and authenticity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6: Mentorship &amp; Community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Supporting peers and juniors</a:t>
            </a:r>
          </a:p>
          <a:p>
            <a:r>
              <a:t>Women-in-tech advocacy</a:t>
            </a:r>
          </a:p>
          <a:p>
            <a:r>
              <a:t>Building for African communities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7: Resilience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Loss of both parents during university</a:t>
            </a:r>
          </a:p>
          <a:p>
            <a:r>
              <a:t>Early responsibility and maturity</a:t>
            </a:r>
          </a:p>
          <a:p>
            <a:r>
              <a:t>Healing through community and creation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8: Purpose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 for impact, not just profit</a:t>
            </a:r>
          </a:p>
          <a:p>
            <a:r>
              <a:t>Empowering small businesses and girls in tech</a:t>
            </a:r>
          </a:p>
          <a:p>
            <a:r>
              <a:t>Afrocentric innovation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Epilogue: A Life in 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Growth through grace and grit</a:t>
            </a:r>
          </a:p>
          <a:p>
            <a:r>
              <a:t>Still becoming, still building</a:t>
            </a:r>
          </a:p>
          <a:p>
            <a:r>
              <a:t>Walking forward with courage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My story continues...</a:t>
            </a:r>
          </a:p>
          <a:p>
            <a:r>
              <a:t>Questions &amp; reflections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