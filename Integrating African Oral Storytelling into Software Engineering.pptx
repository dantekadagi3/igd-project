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Old Standard TT"/>
      <p:regular r:id="rId16"/>
      <p:bold r:id="rId17"/>
      <p: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bold.fntdata"/><Relationship Id="rId16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ldStandardT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0b3866de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0b3866de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0b3866de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0b3866de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0b3866de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0b3866de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0b3866de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0b3866de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0b3866de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0b3866de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b3866de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0b3866de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0b3866de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0b3866de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0b3866de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0b3866de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0b3866dea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0b3866de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85000"/>
            <a:ext cx="8118600" cy="1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Char char="●"/>
            </a:pPr>
            <a:r>
              <a:rPr lang="en" sz="2780"/>
              <a:t> </a:t>
            </a:r>
            <a:r>
              <a:rPr lang="en" sz="2880"/>
              <a:t>Integratin</a:t>
            </a:r>
            <a:r>
              <a:rPr lang="en" sz="2780"/>
              <a:t>g African Oral Storytelling into Software Engineering</a:t>
            </a:r>
            <a:endParaRPr sz="278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/>
              <a:t>Preserving Culture Through Technology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Presented By:Dante Kadagi Asiko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290">
                <a:latin typeface="Arial"/>
                <a:ea typeface="Arial"/>
                <a:cs typeface="Arial"/>
                <a:sym typeface="Arial"/>
              </a:rPr>
              <a:t> Introduction</a:t>
            </a:r>
            <a:endParaRPr b="1" sz="22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48975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African culture is deeply rooted in oral traditions, especially storytelling.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Oral storytelling has preserved history, morals, identity, and wisdom across generations.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In software engineering, we can apply storytelling to design meaningful, inclusive, and localized digital experiences.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690">
                <a:latin typeface="Arial"/>
                <a:ea typeface="Arial"/>
                <a:cs typeface="Arial"/>
                <a:sym typeface="Arial"/>
              </a:rPr>
              <a:t>What is African Oral Storytelling?</a:t>
            </a:r>
            <a:endParaRPr b="1" sz="16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Oral storytelling is a form of communication where knowledge is passed verbally.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It often involves song, rhythm, gestures, and audience participation.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It is used to teach, entertain, preserve history, and shape social behavior.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Suggested Image: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 A griot or storyteller in traditional attire speaking to a crowd.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690">
                <a:latin typeface="Arial"/>
                <a:ea typeface="Arial"/>
                <a:cs typeface="Arial"/>
                <a:sym typeface="Arial"/>
              </a:rPr>
              <a:t>Connection to Software Engineering</a:t>
            </a:r>
            <a:endParaRPr b="1" sz="16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71600"/>
            <a:ext cx="5211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Storytelling is fundamental to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user experience (UX)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design thinking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It helps developers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understand users' needs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and create relatable content.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Story structures can guide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interactive app design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narrative-driven platforms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Suggested Image: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A UX designer sketching a story-based wireframe.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590">
                <a:latin typeface="Arial"/>
                <a:ea typeface="Arial"/>
                <a:cs typeface="Arial"/>
                <a:sym typeface="Arial"/>
              </a:rPr>
              <a:t>Examples of Cultural Integration in SWE</a:t>
            </a:r>
            <a:endParaRPr b="1" sz="15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98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48225" y="1434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Mobile apps using folklore characters to teach coding (e.g., African Coding Stories)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Educational platforms in native languages using animated storytelling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Chatbots with conversational flow inspired by African communal speech patterns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Games based on African legends or moral tales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Suggested Image: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Screenshots or illustrations of African-inspired apps/games.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579"/>
              <a:buFont typeface="Arial"/>
              <a:buNone/>
            </a:pPr>
            <a:r>
              <a:rPr b="1" lang="en" sz="1877">
                <a:latin typeface="Arial"/>
                <a:ea typeface="Arial"/>
                <a:cs typeface="Arial"/>
                <a:sym typeface="Arial"/>
              </a:rPr>
              <a:t>Importance to Software Engineering</a:t>
            </a:r>
            <a:endParaRPr b="1" sz="187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Promotes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inclusivity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cultural preservation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Improves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accessibility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for local communities (native languages, relatable metaphors)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Encourages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innovative thinking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in UI/UX design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Fosters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local tech adoption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and digital storytelling platforms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Suggested Image: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A user interacting with a culturally relevant app on a phone.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790">
                <a:latin typeface="Arial"/>
                <a:ea typeface="Arial"/>
                <a:cs typeface="Arial"/>
                <a:sym typeface="Arial"/>
              </a:rPr>
              <a:t>Case Study / Concept Idea</a:t>
            </a:r>
            <a:endParaRPr b="1" sz="17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79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4465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App Name: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Elders’ Voices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 mobile app that collects and digitizes oral stories from various African tribes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Allows developers and historians to structure data using software systems (APIs, databases)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Potential to integrate machine learning for voice recognition and translation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990">
                <a:latin typeface="Arial"/>
                <a:ea typeface="Arial"/>
                <a:cs typeface="Arial"/>
                <a:sym typeface="Arial"/>
              </a:rPr>
              <a:t>Challenges</a:t>
            </a:r>
            <a:endParaRPr b="1" sz="19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98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Difficulty in digitizing non-written languages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Loss of authenticity during digital transformation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Resistance from elders to record oral knowledge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Lack of funding or technical resources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Suggested Image: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An image of an elder being interviewed with a recording device or a symbolic image of cultural erosion.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90">
                <a:latin typeface="Arial"/>
                <a:ea typeface="Arial"/>
                <a:cs typeface="Arial"/>
                <a:sym typeface="Arial"/>
              </a:rPr>
              <a:t>The Way Forward</a:t>
            </a:r>
            <a:endParaRPr b="1" sz="18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Collaborate with cultural institutions and elders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Use open-source tools and platforms to prototype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Partner with linguistic experts for data integrity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Encourage young African developers to build tech rooted in their culture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Suggested Image: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A group of developers and elders collaborating or a hackathon scene.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African oral storytelling is a rich cultural heritage with strong relevance in software engineering.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It can guide user-centric development, promote inclusivity, and inspire innovation.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As software engineers, we can preserve and scale our stories using modern technology.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Suggested Image: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A symbolic image combining tradition and technology (e.g., a tablet with ancestral stories).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